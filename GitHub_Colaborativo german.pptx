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31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24688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641848" y="271576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641848" y="353872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053328" y="24688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053328" y="106984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053328" y="271576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053328" y="353872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464808" y="24688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464808" y="106984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464808" y="271576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464808" y="353872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76288" y="106984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6876288" y="189280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876288" y="271576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876288" y="353872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287768" y="24688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287768" y="106984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7287768" y="189280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7287768" y="271576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7287768" y="353872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7699248" y="106984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7699248" y="189280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7699248" y="353872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110728" y="189280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110728" y="353872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522208" y="24688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522208" y="106984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522208" y="2715768"/>
            <a:ext cx="54864" cy="54864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6016752" y="0"/>
            <a:ext cx="54864" cy="51435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400800" y="5486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30363D"/>
                </a:solidFill>
              </a:rPr>
              <a:t>⬡</a:t>
            </a:r>
            <a:endParaRPr lang="en-US" sz="9000" dirty="0"/>
          </a:p>
        </p:txBody>
      </p:sp>
      <p:sp>
        <p:nvSpPr>
          <p:cNvPr id="33" name="Text 31"/>
          <p:cNvSpPr/>
          <p:nvPr/>
        </p:nvSpPr>
        <p:spPr>
          <a:xfrm>
            <a:off x="640080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11480" y="402336"/>
            <a:ext cx="2926080" cy="274320"/>
          </a:xfrm>
          <a:prstGeom prst="roundRect">
            <a:avLst>
              <a:gd name="adj" fmla="val 16667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411480" y="402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FPY1101  ·  Unidad 3.2.1  ·  90 minutos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" y="91440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411480" y="15087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38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Colaborativo</a:t>
            </a:r>
            <a:endParaRPr lang="en-US" sz="5600" dirty="0"/>
          </a:p>
        </p:txBody>
      </p:sp>
      <p:sp>
        <p:nvSpPr>
          <p:cNvPr id="38" name="Text 36"/>
          <p:cNvSpPr/>
          <p:nvPr/>
        </p:nvSpPr>
        <p:spPr>
          <a:xfrm>
            <a:off x="411480" y="23774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Python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411480" y="31272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</a:rPr>
              <a:t>Git  ·  GitHub  ·  Repositorios  ·  Ramas  ·  Commits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3675888"/>
            <a:ext cx="1261872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411480" y="3675888"/>
            <a:ext cx="1261872" cy="54864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484632" y="37490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969DA"/>
                </a:solidFill>
              </a:rPr>
              <a:t>¿Qué es GitHub?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" y="402336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56D76"/>
                </a:solidFill>
              </a:rPr>
              <a:t>20 min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783080" y="3675888"/>
            <a:ext cx="1261872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1783080" y="3675888"/>
            <a:ext cx="1261872" cy="54864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1856232" y="37490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250DF"/>
                </a:solidFill>
              </a:rPr>
              <a:t>Conceptos clave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856232" y="402336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56D76"/>
                </a:solidFill>
              </a:rPr>
              <a:t>20 min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54680" y="3675888"/>
            <a:ext cx="1261872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Shape 47"/>
          <p:cNvSpPr/>
          <p:nvPr/>
        </p:nvSpPr>
        <p:spPr>
          <a:xfrm>
            <a:off x="3154680" y="3675888"/>
            <a:ext cx="1261872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3227832" y="37490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8636"/>
                </a:solidFill>
              </a:rPr>
              <a:t>Guía paso a paso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27832" y="402336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56D76"/>
                </a:solidFill>
              </a:rPr>
              <a:t>40 min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26280" y="3675888"/>
            <a:ext cx="1261872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Shape 51"/>
          <p:cNvSpPr/>
          <p:nvPr/>
        </p:nvSpPr>
        <p:spPr>
          <a:xfrm>
            <a:off x="4526280" y="3675888"/>
            <a:ext cx="1261872" cy="54864"/>
          </a:xfrm>
          <a:prstGeom prst="rect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/>
          <p:nvPr/>
        </p:nvSpPr>
        <p:spPr>
          <a:xfrm>
            <a:off x="4599432" y="37490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C4C00"/>
                </a:solidFill>
              </a:rPr>
              <a:t>Reflexión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99432" y="402336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56D76"/>
                </a:solidFill>
              </a:rPr>
              <a:t>10 min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11480" y="4910328"/>
            <a:ext cx="5486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ESCUELA DE INFORMÁTICA Y TELECOMUNICACIONES  ·  DuocUC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01  ·  El problema que resuelve GitHub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Imagina esto: trabajas en equipo y cada uno modifica el mismo archivo Python. ¿Qué pasa?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1993392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1993392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" y="22402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62828"/>
                </a:solidFill>
              </a:rPr>
              <a:t>calculadora_FINAL.py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2651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calculadora_FINAL_v2.py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calculadora_FINAL_v2_BUENO.py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calculadora_de_verdad_este.py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1389888"/>
            <a:ext cx="1993392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2487168" y="1389888"/>
            <a:ext cx="1993392" cy="64008"/>
          </a:xfrm>
          <a:prstGeom prst="rect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578608" y="15087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96896" y="22402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4C00"/>
                </a:solidFill>
              </a:rPr>
              <a:t>¿Quién tiene la versión buena?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96896" y="2651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Ana modifica línea 5.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Bruno modifica línea 5.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¿Cuál versión vale?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08576" y="1389888"/>
            <a:ext cx="1993392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608576" y="1389888"/>
            <a:ext cx="1993392" cy="64008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700016" y="15087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18304" y="22402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250DF"/>
                </a:solidFill>
              </a:rPr>
              <a:t>Se sobreescriben cambios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18304" y="2651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"Oye, me borraste mi código!"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"¡Yo no fui!"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Pérdida de trabajo.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9984" y="1389888"/>
            <a:ext cx="1993392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6729984" y="1389888"/>
            <a:ext cx="1993392" cy="6400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821424" y="15087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39712" y="22402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69DA"/>
                </a:solidFill>
              </a:rPr>
              <a:t>WhatsApp y correo al rescate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39712" y="265176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Me mandas el .py por correo.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Yo te mando el mío.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Nadie sabe cuál es cuál.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8412480" cy="804672"/>
          </a:xfrm>
          <a:prstGeom prst="rect">
            <a:avLst/>
          </a:prstGeom>
          <a:solidFill>
            <a:srgbClr val="DCFFE4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365760" y="3858768"/>
            <a:ext cx="54864" cy="80467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02920" y="3913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636"/>
                </a:solidFill>
              </a:rPr>
              <a:t>✅  La solución: GitHub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4224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1B22"/>
                </a:solidFill>
              </a:rPr>
              <a:t>GitHub guarda TODAS las versiones automáticamente, registra quién cambió qué y cuándo, y permite que varios trabajen al mismo tiempo sin pisarse.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01  ·  Git vs GitHub — no es lo mismo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B22"/>
                </a:solidFill>
              </a:rPr>
              <a:t>A veces se confunden, pero tienen roles distintos. Los dos se necesitan.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429000"/>
          </a:xfrm>
          <a:prstGeom prst="rect">
            <a:avLst/>
          </a:prstGeom>
          <a:solidFill>
            <a:srgbClr val="FFF1E5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502920"/>
          </a:xfrm>
          <a:prstGeom prst="rect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12064" y="1389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⚙️  GIT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2064" y="19568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C00"/>
                </a:solidFill>
              </a:rPr>
              <a:t>El motor — trabaja en tu computador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" y="2286000"/>
            <a:ext cx="146304" cy="146304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49808" y="22860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Herramienta que se instala localmente.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" y="2724912"/>
            <a:ext cx="146304" cy="146304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49808" y="272491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Registra cada cambio que haces en tu código.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776" y="3163824"/>
            <a:ext cx="146304" cy="146304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749808" y="316382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Funciona aunque no tengas internet.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" y="3602736"/>
            <a:ext cx="146304" cy="146304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49808" y="360273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Usa comandos: git add, git commit…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" y="4041648"/>
            <a:ext cx="146304" cy="146304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749808" y="404164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Es como el cuaderno donde anotas todo lo que cambias.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53712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56D76"/>
                </a:solidFill>
              </a:rPr>
              <a:t>+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4114800" cy="3429000"/>
          </a:xfrm>
          <a:prstGeom prst="rect">
            <a:avLst/>
          </a:prstGeom>
          <a:solidFill>
            <a:srgbClr val="DCFFE4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4114800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809744" y="1389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☁️  GITHUB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09744" y="19568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8636"/>
                </a:solidFill>
              </a:rPr>
              <a:t>La nube — trabaja en internet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91456" y="2286000"/>
            <a:ext cx="146304" cy="146304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047488" y="22860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Plataforma web donde subes tu código.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91456" y="2724912"/>
            <a:ext cx="146304" cy="146304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047488" y="272491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Guarda todo en la nube para el equipo.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91456" y="3163824"/>
            <a:ext cx="146304" cy="146304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5047488" y="316382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Tiene interfaz visual (no solo comandos).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91456" y="3602736"/>
            <a:ext cx="146304" cy="146304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5047488" y="360273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Permite colaborar con otros desde cualquier lado.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91456" y="4041648"/>
            <a:ext cx="146304" cy="146304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5047488" y="404164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Es como Google Drive, pero para código.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4846320"/>
            <a:ext cx="8412480" cy="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02  ·  Conceptos clave — el vocabulario de GitHub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Antes de usar GitHub necesitas entender 5 palabras. Con una analogía cada una.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61488" cy="1719072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761488" cy="6400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14996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</a:rPr>
              <a:t>REPOSITORIO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</a:rPr>
              <a:t>→ Como una carpeta del proyecto en la nube.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Donde vive todo tu proyecto: código, historial de cambios, archivos. Puede ser público (todos ven) o privado (solo tú y tu equipo).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371600"/>
            <a:ext cx="2761488" cy="1719072"/>
          </a:xfrm>
          <a:prstGeom prst="rect">
            <a:avLst/>
          </a:prstGeom>
          <a:solidFill>
            <a:srgbClr val="DCFFE4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310128" y="1371600"/>
            <a:ext cx="2761488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40156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68496" y="14996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8636"/>
                </a:solidFill>
              </a:rPr>
              <a:t>COMMIT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1975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</a:rPr>
              <a:t>→ Como sacar una foto del estado de tu código.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1568" y="226771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Cada vez que guardas cambios en GitHub, haces un commit. Es una foto del código en ese momento. Si algo falla, puedes volver atrás.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4496" y="1371600"/>
            <a:ext cx="2761488" cy="1719072"/>
          </a:xfrm>
          <a:prstGeom prst="rect">
            <a:avLst/>
          </a:prstGeom>
          <a:solidFill>
            <a:srgbClr val="FBE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254496" y="1371600"/>
            <a:ext cx="2761488" cy="64008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34593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12864" y="14996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250DF"/>
                </a:solidFill>
              </a:rPr>
              <a:t>BRANCH (Rama)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45936" y="1975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</a:rPr>
              <a:t>→ Como hacer una copia de trabajo sin tocar el original.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45936" y="226771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Una rama te permite trabajar en algo nuevo sin romper lo que ya funciona. Cuando terminas, unes la rama al proyecto principal.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389888" y="3246120"/>
            <a:ext cx="2761488" cy="1719072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1389888" y="3246120"/>
            <a:ext cx="2761488" cy="64008"/>
          </a:xfrm>
          <a:prstGeom prst="rect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1481328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048256" y="33741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C00"/>
                </a:solidFill>
              </a:rPr>
              <a:t>PULL REQUEST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81328" y="38496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</a:rPr>
              <a:t>→ Como pedirle al jefe que revise tu trabajo antes de publicarlo.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81328" y="414223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Cuando terminas en tu rama, pides un Pull Request para unirla al proyecto principal. El equipo puede revisarla antes de aceptarla.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34256" y="3246120"/>
            <a:ext cx="2761488" cy="1719072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4334256" y="3246120"/>
            <a:ext cx="2761488" cy="6400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425696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992624" y="33741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</a:rPr>
              <a:t>MERGE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25696" y="38496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56D76"/>
                </a:solidFill>
              </a:rPr>
              <a:t>→ Como juntar dos documentos en uno solo.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25696" y="414223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Es el momento en que los cambios de tu rama se unen definitivamente a la rama principal (main). GitHub avisa si hay conflictos.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02  ·  ¿Cómo funciona el flujo de GitHub?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B22"/>
                </a:solidFill>
              </a:rPr>
              <a:t>Todo proyecto en GitHub sigue este flujo. Hoy lo van a hacer ustedes paso a paso.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05840" cy="100584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1005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15568" y="1325880"/>
            <a:ext cx="292608" cy="29260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115568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5146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Creas cuenta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en GitHub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27632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D76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29968" y="1417320"/>
            <a:ext cx="1005840" cy="100584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029968" y="1444752"/>
            <a:ext cx="1005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551176" y="1325880"/>
            <a:ext cx="292608" cy="29260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551176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25146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Creas un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Repositorio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63240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D76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65576" y="1417320"/>
            <a:ext cx="1005840" cy="1005840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465576" y="1444752"/>
            <a:ext cx="1005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986784" y="1325880"/>
            <a:ext cx="292608" cy="29260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986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25146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Subes tu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código (commit)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98848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D76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01184" y="1417320"/>
            <a:ext cx="1005840" cy="1005840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901184" y="1444752"/>
            <a:ext cx="1005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5422392" y="1325880"/>
            <a:ext cx="292608" cy="29260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422392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45736" y="25146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Creas una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rama (branch)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34456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D76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6792" y="1417320"/>
            <a:ext cx="1005840" cy="1005840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336792" y="1444752"/>
            <a:ext cx="1005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6858000" y="1325880"/>
            <a:ext cx="292608" cy="29260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85800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81344" y="25146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Modificas 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haces commit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70064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D76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72400" y="1417320"/>
            <a:ext cx="1005840" cy="1005840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7772400" y="1444752"/>
            <a:ext cx="1005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8293608" y="1325880"/>
            <a:ext cx="292608" cy="292608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8293608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16952" y="25146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Pull request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1B22"/>
                </a:solidFill>
              </a:rPr>
              <a:t>+ Merge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246120"/>
            <a:ext cx="4114800" cy="1508760"/>
          </a:xfrm>
          <a:prstGeom prst="rect">
            <a:avLst/>
          </a:prstGeom>
          <a:solidFill>
            <a:srgbClr val="DCFFE4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365760" y="3246120"/>
            <a:ext cx="411480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502920" y="33101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</a:rPr>
              <a:t>🌿  Rama main (principal)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02920" y="3657600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Es la versión oficial del proyecto. Solo deberías subir aquí código que ya funciona. Nunca se trabaja directo en main si hay equipo.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663440" y="3246120"/>
            <a:ext cx="4114800" cy="1508760"/>
          </a:xfrm>
          <a:prstGeom prst="rect">
            <a:avLst/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4663440" y="3246120"/>
            <a:ext cx="4114800" cy="54864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4800600" y="33101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250DF"/>
                </a:solidFill>
              </a:rPr>
              <a:t>🌿  Ramas secundarias (branch)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800600" y="3657600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Cada funcionalidad nueva va en su propia rama. Así, si algo sale mal, no afectas el proyecto principal. Al terminar → Pull Request.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457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6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 paso a 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0" y="9326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0" y="14081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6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crear_cuenta():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18836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6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ir_a('github.com')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23591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6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click('Sign up')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28346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3310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6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crear_repo():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37856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6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click('New')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42611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6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escribir(nombre)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47365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6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click('Create')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126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731520" y="135331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Guía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731520" y="217627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386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a Paso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56D76"/>
                </a:solidFill>
              </a:rPr>
              <a:t>5 pasos para subir tu primer proyecto a GitHub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4846320" cy="54864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82496" y="3840480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682496" y="38404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33472" y="3840480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633472" y="38404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84448" y="3840480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584448" y="38404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35424" y="3840480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535424" y="38404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4910328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ESCUELA DE INFORMÁTICA Y TELECOMUNICACIONES  ·  DuocUC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  ·  Crear tu cuenta en GitHub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Paso 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DCFFE4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54864" cy="47548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636"/>
                </a:solidFill>
              </a:rPr>
              <a:t>👉  github.com  →  'Sign up'  ·  Usa tu correo institucional DuocUC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841248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66344" y="1517904"/>
            <a:ext cx="347472" cy="34747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75488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</a:rPr>
              <a:t>Ir a github.com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170992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En tu navegador escribe github.com y presiona Enter. Luego haz click en "Sign up" (arriba a la derecha).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4"/>
            <a:ext cx="841248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466344" y="2194560"/>
            <a:ext cx="347472" cy="34747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75488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69DA"/>
                </a:solidFill>
              </a:rPr>
              <a:t>Ingresar tu correo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238658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Usa SIEMPRE tu correo institucional DuocUC (ej: juan.perez@duocuc.cl). Esto es importante para tu portafolio profesional.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841248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66344" y="2871216"/>
            <a:ext cx="347472" cy="34747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75488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798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250DF"/>
                </a:solidFill>
              </a:rPr>
              <a:t>Crear contraseña y username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306324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El username es tu nombre de usuario público (ej: juanperez-dev). Elige uno profesional — los empleadores lo verán.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841248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66344" y="3547872"/>
            <a:ext cx="347472" cy="347472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75488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C4C00"/>
                </a:solidFill>
              </a:rPr>
              <a:t>Verificar el correo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373989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GitHub te envía un código de 6 dígitos a tu correo DuocUC. Ingresa ese código en la pantalla de verificación.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841248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66344" y="4224528"/>
            <a:ext cx="347472" cy="34747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75488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151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</a:rPr>
              <a:t>¡Listo! Cuenta creada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4400" y="441655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Verás el dashboard de GitHub. Ya puedes crear repositorios y subir proyectos.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  ·  Crear un Repositorio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4864" cy="47548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</a:rPr>
              <a:t>Un repositorio = la carpeta de tu proyecto en la nube. Todo el código del proyecto vive ahí.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512064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66344" y="1517904"/>
            <a:ext cx="347472" cy="34747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75488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</a:rPr>
              <a:t>Click en el botón 'New'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0992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En tu dashboard de GitHub, busca el botón verde 'New' o el símbolo + arriba.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512064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6344" y="2194560"/>
            <a:ext cx="347472" cy="34747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5488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1214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250DF"/>
                </a:solidFill>
              </a:rPr>
              <a:t>Nombre del repositorio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38658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En 'Repository name' escribe el nombre de tu proyecto (ej: calculadora-python). Sin espacios, usa guiones.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512064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66344" y="2871216"/>
            <a:ext cx="347472" cy="34747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75488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7980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8636"/>
                </a:solidFill>
              </a:rPr>
              <a:t>Descripción (opcional)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0632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Agrega una descripción corta de qué hace el proyecto. Ayuda al equipo a entender de qué se trata.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419856"/>
            <a:ext cx="512064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66344" y="3547872"/>
            <a:ext cx="347472" cy="347472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75488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474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C00"/>
                </a:solidFill>
              </a:rPr>
              <a:t>Público o Privado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73989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Public: todos en internet pueden ver tu código.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Private: solo tú y las personas que invites.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5120640" cy="60350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66344" y="4224528"/>
            <a:ext cx="347472" cy="34747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75488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1513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8636"/>
                </a:solidFill>
              </a:rPr>
              <a:t>Click en 'Create Repository'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4165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B22"/>
                </a:solidFill>
              </a:rPr>
              <a:t>¡Tu repositorio ya existe! Ahora necesitas subir tu primer archivo de código.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87568" y="1389888"/>
            <a:ext cx="3090672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5687568" y="1389888"/>
            <a:ext cx="3090672" cy="6400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5797296" y="15087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69DA"/>
                </a:solidFill>
              </a:rPr>
              <a:t>🌍  Public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97296" y="19202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✅  Tu portafolio profesional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✅  Proyectos open source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✅  Cualquiera puede verlo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⚠️  No subas contraseñas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797296" y="2999232"/>
            <a:ext cx="274320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5797296" y="30906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50DF"/>
                </a:solidFill>
              </a:rPr>
              <a:t>🔒  Private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797296" y="349300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✅  Proyectos del trabajo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✅  Código confidencial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✅  Solo tú y tu equipo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1B22"/>
                </a:solidFill>
              </a:rPr>
              <a:t>✅  Recomendado para tareas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  ·  Subir tu primer código — el primer Commit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4864" cy="475488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250DF"/>
                </a:solidFill>
              </a:rPr>
              <a:t>Vamos a subir el archivo calculadora.py directamente desde GitHub (sin instalar nada).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66344" y="1508760"/>
            <a:ext cx="347472" cy="34747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7548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250DF"/>
                </a:solidFill>
              </a:rPr>
              <a:t>Click en 'Add file' → 'Upload files'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70992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Dentro de tu repositorio recién creado, busca el botón 'Add file' y selecciona 'Upload files'.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6344" y="2167128"/>
            <a:ext cx="347472" cy="34747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548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103120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69DA"/>
                </a:solidFill>
              </a:rPr>
              <a:t>Arrastrar o seleccionar calculadora.py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2368296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Arrastra el archivo desde tu computador, o usa el botón para buscarlo. Verás una vista previa.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66344" y="2825496"/>
            <a:ext cx="347472" cy="34747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75488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76148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</a:rPr>
              <a:t>Escribir el mensaje del Commit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3026664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En 'Commit changes' escribe algo como: 'Primer commit: subida calculadora'. Este mensaje queda registrado.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64992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66344" y="3483864"/>
            <a:ext cx="347472" cy="347472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75488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419856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C4C00"/>
                </a:solidFill>
              </a:rPr>
              <a:t>Seleccionar 'Commit directly to main'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368503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Esta opción sube el archivo directamente a la rama principal. Úsala solo para el primer archivo.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66344" y="4142232"/>
            <a:ext cx="347472" cy="34747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75488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07822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</a:rPr>
              <a:t>Click en 'Commit changes'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4400" y="4343400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¡Tu código ya está en GitHub! Verás el archivo en el repositorio con el mensaje que escribiste.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81728"/>
            <a:ext cx="8412480" cy="182880"/>
          </a:xfrm>
          <a:prstGeom prst="rect">
            <a:avLst/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02920" y="46908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250DF"/>
                </a:solidFill>
              </a:rPr>
              <a:t>💡  Cada Commit = una foto de tu código en ese momento. Puedes volver a cualquier foto anterior si algo sale mal.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  ·  Crear una Rama (Branch) para nuevos cambios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FFF1E5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4864" cy="475488"/>
          </a:xfrm>
          <a:prstGeom prst="rect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4C00"/>
                </a:solidFill>
              </a:rPr>
              <a:t>Vamos a agregar una función nueva a la calculadora — pero SIN tocar el código que ya funciona.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60520" cy="33832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4C00"/>
                </a:solidFill>
              </a:rPr>
              <a:t>🌿  ¿Por qué una rama?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1B22"/>
                </a:solidFill>
              </a:rPr>
              <a:t>Imagina que tienes una planta (tu proyecto).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1B22"/>
                </a:solidFill>
              </a:rPr>
              <a:t>Quieres probar injertar algo nuevo.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1B22"/>
                </a:solidFill>
              </a:rPr>
              <a:t>No cortas la planta original — creas una rama.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1B22"/>
                </a:solidFill>
              </a:rPr>
              <a:t>Si el injerto funciona, lo unes a la planta.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1B22"/>
                </a:solidFill>
              </a:rPr>
              <a:t>Si falla, solo cortas la rama.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3657600" cy="0"/>
          </a:xfrm>
          <a:prstGeom prst="line">
            <a:avLst/>
          </a:prstGeom>
          <a:noFill/>
          <a:ln w="3175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8636"/>
                </a:solidFill>
              </a:rPr>
              <a:t>main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14984" y="2980944"/>
            <a:ext cx="164592" cy="16459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112264" y="2980944"/>
            <a:ext cx="164592" cy="16459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123944" y="2980944"/>
            <a:ext cx="164592" cy="16459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2194560" y="3063240"/>
            <a:ext cx="1874520" cy="0"/>
          </a:xfrm>
          <a:prstGeom prst="line">
            <a:avLst/>
          </a:prstGeom>
          <a:noFill/>
          <a:ln w="254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194560" y="2377440"/>
            <a:ext cx="1874520" cy="0"/>
          </a:xfrm>
          <a:prstGeom prst="line">
            <a:avLst/>
          </a:prstGeom>
          <a:noFill/>
          <a:ln w="254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069080" y="2377440"/>
            <a:ext cx="0" cy="685800"/>
          </a:xfrm>
          <a:prstGeom prst="line">
            <a:avLst/>
          </a:prstGeom>
          <a:noFill/>
          <a:ln w="254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2660904" y="2295144"/>
            <a:ext cx="164592" cy="164592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300984" y="2295144"/>
            <a:ext cx="164592" cy="164592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233172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C4C00"/>
                </a:solidFill>
              </a:rPr>
              <a:t>suma-3-valores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50208" y="2834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8636"/>
                </a:solidFill>
              </a:rPr>
              <a:t>Merge →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800600" y="1591056"/>
            <a:ext cx="329184" cy="329184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80060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144475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4C00"/>
                </a:solidFill>
              </a:rPr>
              <a:t>Edita tu código en VS 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17556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Agrega num3 y la opción 5 (suma 3 valores) al calculadora.py.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800600" y="2432304"/>
            <a:ext cx="329184" cy="329184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80060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22860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</a:rPr>
              <a:t>Vuelve a GitHub → tu repositorio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0368" y="259689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Entra al repositorio donde subiste el archivo original.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054096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4800600" y="3273552"/>
            <a:ext cx="329184" cy="329184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80060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31272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250DF"/>
                </a:solidFill>
              </a:rPr>
              <a:t>Click en 'main' (menú de ramas)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3438144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Aparece un menú. Escribe el nombre de la nueva rama: 'suma-3-valores'.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895344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4800600" y="4114800"/>
            <a:ext cx="329184" cy="329184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80060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368" y="396849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8636"/>
                </a:solidFill>
              </a:rPr>
              <a:t>Click en 'Create branch'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30368" y="4279392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GitHub crea la rama. Ahora estás trabajando en una copia segura.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  ·  Pull Request y Merge — unir todo al proyecto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DCFFE4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4864" cy="47548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0292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636"/>
                </a:solidFill>
              </a:rPr>
              <a:t>Ya subiste los cambios a la rama. Ahora los uniremos al proyecto principal (main).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66344" y="1508760"/>
            <a:ext cx="347472" cy="347472"/>
          </a:xfrm>
          <a:prstGeom prst="ellipse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7548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69DA"/>
                </a:solidFill>
              </a:rPr>
              <a:t>Sube el archivo actualizado a la rama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70992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En GitHub, dentro de tu rama 'suma-3-valores', sube el calculadora.py modificado con los cambios.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6344" y="2167128"/>
            <a:ext cx="347472" cy="34747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548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103120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250DF"/>
                </a:solidFill>
              </a:rPr>
              <a:t>Click en 'Compare &amp; pull request'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2368296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GitHub detecta que tu rama tiene cambios respecto a main y muestra este botón automáticamente.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66344" y="2825496"/>
            <a:ext cx="347472" cy="347472"/>
          </a:xfrm>
          <a:prstGeom prst="ellipse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75488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76148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C4C00"/>
                </a:solidFill>
              </a:rPr>
              <a:t>Revisar el Pull Request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3026664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GitHub te muestra exactamente qué líneas se agregan (verde) y cuáles se eliminan (rojo). El equipo puede comentar aquí.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64992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66344" y="3483864"/>
            <a:ext cx="347472" cy="34747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75488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419856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</a:rPr>
              <a:t>GitHub dice 'Able to merge'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368503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Significa que no hay conflictos: los cambios de la rama y main no se contradicen. ¡Todo está bien!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8412480" cy="58521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66344" y="4142232"/>
            <a:ext cx="347472" cy="347472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75488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07822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636"/>
                </a:solidFill>
              </a:rPr>
              <a:t>Click en 'Merge pull request' → Confirm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4400" y="4343400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B22"/>
                </a:solidFill>
              </a:rPr>
              <a:t>Los cambios de la rama se unen a main definitivamente. La rama ya cumplió su función y puedes eliminarla.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81728"/>
            <a:ext cx="8412480" cy="182880"/>
          </a:xfrm>
          <a:prstGeom prst="rect">
            <a:avLst/>
          </a:prstGeom>
          <a:solidFill>
            <a:srgbClr val="DCFFE4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02920" y="46908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8636"/>
                </a:solidFill>
              </a:rPr>
              <a:t>🎉  ¡Felicitaciones! Tu proyecto en GitHub tiene historial, ramas y versiones. Así trabajan los developers profesionales.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Resumen — Todo el flujo de un vistazo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035040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38912" y="10515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38912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89888" y="960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636"/>
                </a:solidFill>
              </a:rPr>
              <a:t>Crear cuenta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9888" y="12710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 · correo DuocUC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600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73352"/>
            <a:ext cx="6035040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38912" y="18562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38912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89888" y="1764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</a:rPr>
              <a:t>Crear repositorio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20756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'New' · nombre · público o privado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4048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478024"/>
            <a:ext cx="6035040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38912" y="266090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38912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89888" y="25694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250DF"/>
                </a:solidFill>
              </a:rPr>
              <a:t>Subir código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2880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· Commit directo a main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32095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282696"/>
            <a:ext cx="6035040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438912" y="346557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3891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89888" y="33741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4C00"/>
                </a:solidFill>
              </a:rPr>
              <a:t>Crear rama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89888" y="3685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'suma-3-valores' · editar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4014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56D76"/>
                </a:solidFill>
              </a:rPr>
              <a:t>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087368"/>
            <a:ext cx="6035040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438912" y="42702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38912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389888" y="4178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636"/>
                </a:solidFill>
              </a:rPr>
              <a:t>Merge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89888" y="4489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 · Merge · listo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22"/>
                </a:solidFill>
              </a:rPr>
              <a:t>Datos clave: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29400" y="132588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>
            <a:off x="6629400" y="1325880"/>
            <a:ext cx="54864" cy="8229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6748272" y="14173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8636"/>
                </a:solidFill>
              </a:rPr>
              <a:t>main = versión oficial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748272" y="174650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6D76"/>
                </a:solidFill>
              </a:rPr>
              <a:t>Nunca trabajes directo en main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29400" y="2258568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>
            <a:off x="6629400" y="2258568"/>
            <a:ext cx="54864" cy="822960"/>
          </a:xfrm>
          <a:prstGeom prst="rect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6748272" y="2350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C4C00"/>
                </a:solidFill>
              </a:rPr>
              <a:t>branch = copia segura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748272" y="267919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6D76"/>
                </a:solidFill>
              </a:rPr>
              <a:t>Una rama por cada función nueva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629400" y="3191256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8" name="Shape 46"/>
          <p:cNvSpPr/>
          <p:nvPr/>
        </p:nvSpPr>
        <p:spPr>
          <a:xfrm>
            <a:off x="6629400" y="3191256"/>
            <a:ext cx="54864" cy="82296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6748272" y="328269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250DF"/>
                </a:solidFill>
              </a:rPr>
              <a:t>commit = foto del código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748272" y="361188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6D76"/>
                </a:solidFill>
              </a:rPr>
              <a:t>Mensaje claro en cada commit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29400" y="4123944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2" name="Shape 50"/>
          <p:cNvSpPr/>
          <p:nvPr/>
        </p:nvSpPr>
        <p:spPr>
          <a:xfrm>
            <a:off x="6629400" y="4123944"/>
            <a:ext cx="54864" cy="82296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/>
          <p:nvPr/>
        </p:nvSpPr>
        <p:spPr>
          <a:xfrm>
            <a:off x="6748272" y="421538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</a:rPr>
              <a:t>merge = unir al principal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748272" y="45445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6D76"/>
                </a:solidFill>
              </a:rPr>
              <a:t>Siempre con Pull Request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4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56D76"/>
                </a:solidFill>
              </a:rPr>
              <a:t>FPY1101  ·  DuocUC  ·  Informática y Telecomunicaciones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286000"/>
            <a:ext cx="6400800" cy="640080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7132320" y="-1828800"/>
            <a:ext cx="4572000" cy="457200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914400" y="411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D76"/>
                </a:solidFill>
              </a:rPr>
              <a:t>Hoy aprendiste: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960120"/>
            <a:ext cx="65836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280160" y="960120"/>
            <a:ext cx="64008" cy="4572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444752" y="996696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✓  Git es el motor local. GitHub es la nube. Los dos se necesitan.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80160" y="1472184"/>
            <a:ext cx="65836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1280160" y="1472184"/>
            <a:ext cx="64008" cy="457200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444752" y="150876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✓  Repositorio = carpeta del proyecto en la nube (público o privado).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80160" y="1984248"/>
            <a:ext cx="65836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1280160" y="1984248"/>
            <a:ext cx="64008" cy="457200"/>
          </a:xfrm>
          <a:prstGeom prst="rect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444752" y="2020824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✓  Commit = foto del código. Siempre con mensaje descriptivo.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280160" y="2496312"/>
            <a:ext cx="65836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1280160" y="2496312"/>
            <a:ext cx="64008" cy="457200"/>
          </a:xfrm>
          <a:prstGeom prst="rect">
            <a:avLst/>
          </a:prstGeom>
          <a:solidFill>
            <a:srgbClr val="BC4C00"/>
          </a:solidFill>
          <a:ln w="12700">
            <a:solidFill>
              <a:srgbClr val="BC4C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444752" y="2532888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✓  Branch = rama para trabajar sin romper lo que ya funciona.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280160" y="3008376"/>
            <a:ext cx="65836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280160" y="3008376"/>
            <a:ext cx="64008" cy="4572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444752" y="3044952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✓  Pull Request + Merge = unir la rama al proyecto principal con revisión.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828800" y="365760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828800" y="3657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"Tu repositorio de GitHub es tu portafolio profesional. Empiézalo hoy."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0" y="4297680"/>
            <a:ext cx="548640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57200" y="4910328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6D76"/>
                </a:solidFill>
              </a:rPr>
              <a:t>ESCUELA DE INFORMÁTICA Y TELECOMUNICACIONES  ·  DuocUC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1925</Words>
  <Application>Microsoft Office PowerPoint</Application>
  <PresentationFormat>Presentación en pantalla (16:9)</PresentationFormat>
  <Paragraphs>302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Cristian Oliva</cp:lastModifiedBy>
  <cp:revision>3</cp:revision>
  <dcterms:created xsi:type="dcterms:W3CDTF">2026-06-08T14:35:52Z</dcterms:created>
  <dcterms:modified xsi:type="dcterms:W3CDTF">2026-06-30T19:04:36Z</dcterms:modified>
</cp:coreProperties>
</file>